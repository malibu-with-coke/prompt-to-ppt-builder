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14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484632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600" b="1">
                <a:solidFill>
                  <a:srgbClr val="001F3F"/>
                </a:solidFill>
                <a:latin typeface="Aptos Display"/>
              </a:defRPr>
            </a:pPr>
            <a:r>
              <a:t>Prompt-to-PPT</a:t>
            </a:r>
          </a:p>
          <a:p>
            <a:pPr>
              <a:defRPr sz="1600" b="0">
                <a:solidFill>
                  <a:srgbClr val="475569"/>
                </a:solidFill>
                <a:latin typeface="Aptos Display"/>
              </a:defRPr>
            </a:pPr>
            <a:r>
              <a:t>Corporate Review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6400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475569"/>
                </a:solidFill>
                <a:latin typeface="Aptos"/>
              </a:defRPr>
            </a:pPr>
            <a:r>
              <a:t>Use this file as the template input. Generated slides will inherit this navy, teal, and gold business-review style.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840480"/>
            <a:ext cx="1005840" cy="502920"/>
          </a:xfrm>
          <a:prstGeom prst="rect">
            <a:avLst/>
          </a:prstGeom>
          <a:solidFill>
            <a:srgbClr val="00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ptos"/>
              </a:defRPr>
            </a:pPr>
            <a:r>
              <a:t>Primary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3840480"/>
            <a:ext cx="1005840" cy="502920"/>
          </a:xfrm>
          <a:prstGeom prst="rect">
            <a:avLst/>
          </a:prstGeom>
          <a:solidFill>
            <a:srgbClr val="014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ptos"/>
              </a:defRPr>
            </a:pPr>
            <a:r>
              <a:t>Accent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840480"/>
            <a:ext cx="1005840" cy="502920"/>
          </a:xfrm>
          <a:prstGeom prst="rect">
            <a:avLst/>
          </a:prstGeom>
          <a:solidFill>
            <a:srgbClr val="149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3840480"/>
            <a:ext cx="1005840" cy="502920"/>
          </a:xfrm>
          <a:prstGeom prst="rect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4434840"/>
            <a:ext cx="1097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ptos"/>
              </a:defRPr>
            </a:pPr>
            <a:r>
              <a:t>Highlight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  <a:latin typeface="Aptos"/>
              </a:defRPr>
            </a:pPr>
            <a:r>
              <a:t>Sample upload asset | Q1 business review experiment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