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Prompt-to-PPT Demo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sample output for click-through demos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growth remained strong through the year.</a:t>
            </a:r>
          </a:p>
          <a:p>
            <a:r>
              <a:t>Margin improved as delivery became more standardized.</a:t>
            </a:r>
          </a:p>
          <a:p>
            <a:r>
              <a:t>New customer acquisition accelerated in the second half.</a:t>
            </a:r>
          </a:p>
          <a:p>
            <a:r>
              <a:t>Leadership focus: scale the AI workflow for sales enablement.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498079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Q4 revenue: 168M KRW</a:t>
            </a:r>
          </a:p>
          <a:p>
            <a:pPr>
              <a:defRPr sz="2000"/>
            </a:pPr>
            <a:r>
              <a:t>Operating margin: 25%</a:t>
            </a:r>
          </a:p>
          <a:p>
            <a:pPr>
              <a:defRPr sz="2000"/>
            </a:pPr>
            <a:r>
              <a:t>New customers: 72</a:t>
            </a:r>
          </a:p>
          <a:p>
            <a:pPr>
              <a:defRPr sz="2000"/>
            </a:pPr>
            <a:r>
              <a:t>Suggested chart: quarterly revenue and margin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Next-Step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the demo into a full production slide-writing pipeline.</a:t>
            </a:r>
          </a:p>
          <a:p>
            <a:r>
              <a:t>Add the remaining worker stages for review and PPT assembly.</a:t>
            </a:r>
          </a:p>
          <a:p>
            <a:r>
              <a:t>Track conversion from demo click to completed deck.</a:t>
            </a:r>
          </a:p>
          <a:p>
            <a:r>
              <a:t>Gather qualitative feedback on clarity, tone, and visual 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