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Prompt-to-PPT Demo Template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Enterprise layout placeholder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